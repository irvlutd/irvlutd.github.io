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9659600" cy="6345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8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7450" y="1038446"/>
            <a:ext cx="14744700" cy="2209083"/>
          </a:xfrm>
        </p:spPr>
        <p:txBody>
          <a:bodyPr anchor="b"/>
          <a:lstStyle>
            <a:lvl1pPr algn="ctr">
              <a:defRPr sz="55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7450" y="3332719"/>
            <a:ext cx="14744700" cy="1531963"/>
          </a:xfrm>
        </p:spPr>
        <p:txBody>
          <a:bodyPr/>
          <a:lstStyle>
            <a:lvl1pPr marL="0" indent="0" algn="ctr">
              <a:buNone/>
              <a:defRPr sz="2220"/>
            </a:lvl1pPr>
            <a:lvl2pPr marL="423001" indent="0" algn="ctr">
              <a:buNone/>
              <a:defRPr sz="1850"/>
            </a:lvl2pPr>
            <a:lvl3pPr marL="846003" indent="0" algn="ctr">
              <a:buNone/>
              <a:defRPr sz="1665"/>
            </a:lvl3pPr>
            <a:lvl4pPr marL="1269004" indent="0" algn="ctr">
              <a:buNone/>
              <a:defRPr sz="1480"/>
            </a:lvl4pPr>
            <a:lvl5pPr marL="1692006" indent="0" algn="ctr">
              <a:buNone/>
              <a:defRPr sz="1480"/>
            </a:lvl5pPr>
            <a:lvl6pPr marL="2115007" indent="0" algn="ctr">
              <a:buNone/>
              <a:defRPr sz="1480"/>
            </a:lvl6pPr>
            <a:lvl7pPr marL="2538009" indent="0" algn="ctr">
              <a:buNone/>
              <a:defRPr sz="1480"/>
            </a:lvl7pPr>
            <a:lvl8pPr marL="2961010" indent="0" algn="ctr">
              <a:buNone/>
              <a:defRPr sz="1480"/>
            </a:lvl8pPr>
            <a:lvl9pPr marL="3384012" indent="0" algn="ctr">
              <a:buNone/>
              <a:defRPr sz="1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46DC-622A-4F9F-AD5E-2DC201E30E0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F957-AC7D-49CF-B83F-F900D8AD2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46DC-622A-4F9F-AD5E-2DC201E30E0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F957-AC7D-49CF-B83F-F900D8AD2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97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358" y="1581904"/>
            <a:ext cx="16956405" cy="2639442"/>
          </a:xfrm>
        </p:spPr>
        <p:txBody>
          <a:bodyPr anchor="b"/>
          <a:lstStyle>
            <a:lvl1pPr>
              <a:defRPr sz="55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358" y="4246317"/>
            <a:ext cx="16956405" cy="1388020"/>
          </a:xfrm>
        </p:spPr>
        <p:txBody>
          <a:bodyPr/>
          <a:lstStyle>
            <a:lvl1pPr marL="0" indent="0">
              <a:buNone/>
              <a:defRPr sz="2220">
                <a:solidFill>
                  <a:schemeClr val="tx1">
                    <a:tint val="82000"/>
                  </a:schemeClr>
                </a:solidFill>
              </a:defRPr>
            </a:lvl1pPr>
            <a:lvl2pPr marL="423001" indent="0">
              <a:buNone/>
              <a:defRPr sz="1850">
                <a:solidFill>
                  <a:schemeClr val="tx1">
                    <a:tint val="82000"/>
                  </a:schemeClr>
                </a:solidFill>
              </a:defRPr>
            </a:lvl2pPr>
            <a:lvl3pPr marL="846003" indent="0">
              <a:buNone/>
              <a:defRPr sz="1665">
                <a:solidFill>
                  <a:schemeClr val="tx1">
                    <a:tint val="82000"/>
                  </a:schemeClr>
                </a:solidFill>
              </a:defRPr>
            </a:lvl3pPr>
            <a:lvl4pPr marL="1269004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4pPr>
            <a:lvl5pPr marL="1692006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5pPr>
            <a:lvl6pPr marL="2115007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6pPr>
            <a:lvl7pPr marL="2538009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7pPr>
            <a:lvl8pPr marL="2961010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8pPr>
            <a:lvl9pPr marL="3384012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46DC-622A-4F9F-AD5E-2DC201E30E0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F957-AC7D-49CF-B83F-F900D8AD2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53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51598" y="1689126"/>
            <a:ext cx="8355330" cy="4025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52673" y="1689126"/>
            <a:ext cx="8355330" cy="4025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46DC-622A-4F9F-AD5E-2DC201E30E0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F957-AC7D-49CF-B83F-F900D8AD2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6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158" y="337825"/>
            <a:ext cx="16956405" cy="12264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4159" y="1555465"/>
            <a:ext cx="8316932" cy="762309"/>
          </a:xfrm>
        </p:spPr>
        <p:txBody>
          <a:bodyPr anchor="b"/>
          <a:lstStyle>
            <a:lvl1pPr marL="0" indent="0">
              <a:buNone/>
              <a:defRPr sz="2220" b="1"/>
            </a:lvl1pPr>
            <a:lvl2pPr marL="423001" indent="0">
              <a:buNone/>
              <a:defRPr sz="1850" b="1"/>
            </a:lvl2pPr>
            <a:lvl3pPr marL="846003" indent="0">
              <a:buNone/>
              <a:defRPr sz="1665" b="1"/>
            </a:lvl3pPr>
            <a:lvl4pPr marL="1269004" indent="0">
              <a:buNone/>
              <a:defRPr sz="1480" b="1"/>
            </a:lvl4pPr>
            <a:lvl5pPr marL="1692006" indent="0">
              <a:buNone/>
              <a:defRPr sz="1480" b="1"/>
            </a:lvl5pPr>
            <a:lvl6pPr marL="2115007" indent="0">
              <a:buNone/>
              <a:defRPr sz="1480" b="1"/>
            </a:lvl6pPr>
            <a:lvl7pPr marL="2538009" indent="0">
              <a:buNone/>
              <a:defRPr sz="1480" b="1"/>
            </a:lvl7pPr>
            <a:lvl8pPr marL="2961010" indent="0">
              <a:buNone/>
              <a:defRPr sz="1480" b="1"/>
            </a:lvl8pPr>
            <a:lvl9pPr marL="3384012" indent="0">
              <a:buNone/>
              <a:defRPr sz="1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4159" y="2317774"/>
            <a:ext cx="8316932" cy="34090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952672" y="1555465"/>
            <a:ext cx="8357891" cy="762309"/>
          </a:xfrm>
        </p:spPr>
        <p:txBody>
          <a:bodyPr anchor="b"/>
          <a:lstStyle>
            <a:lvl1pPr marL="0" indent="0">
              <a:buNone/>
              <a:defRPr sz="2220" b="1"/>
            </a:lvl1pPr>
            <a:lvl2pPr marL="423001" indent="0">
              <a:buNone/>
              <a:defRPr sz="1850" b="1"/>
            </a:lvl2pPr>
            <a:lvl3pPr marL="846003" indent="0">
              <a:buNone/>
              <a:defRPr sz="1665" b="1"/>
            </a:lvl3pPr>
            <a:lvl4pPr marL="1269004" indent="0">
              <a:buNone/>
              <a:defRPr sz="1480" b="1"/>
            </a:lvl4pPr>
            <a:lvl5pPr marL="1692006" indent="0">
              <a:buNone/>
              <a:defRPr sz="1480" b="1"/>
            </a:lvl5pPr>
            <a:lvl6pPr marL="2115007" indent="0">
              <a:buNone/>
              <a:defRPr sz="1480" b="1"/>
            </a:lvl6pPr>
            <a:lvl7pPr marL="2538009" indent="0">
              <a:buNone/>
              <a:defRPr sz="1480" b="1"/>
            </a:lvl7pPr>
            <a:lvl8pPr marL="2961010" indent="0">
              <a:buNone/>
              <a:defRPr sz="1480" b="1"/>
            </a:lvl8pPr>
            <a:lvl9pPr marL="3384012" indent="0">
              <a:buNone/>
              <a:defRPr sz="1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952672" y="2317774"/>
            <a:ext cx="8357891" cy="34090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46DC-622A-4F9F-AD5E-2DC201E30E0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F957-AC7D-49CF-B83F-F900D8AD2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58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46DC-622A-4F9F-AD5E-2DC201E30E0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F957-AC7D-49CF-B83F-F900D8AD2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6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46DC-622A-4F9F-AD5E-2DC201E30E0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F957-AC7D-49CF-B83F-F900D8AD2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0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159" y="423016"/>
            <a:ext cx="6340732" cy="1480556"/>
          </a:xfrm>
        </p:spPr>
        <p:txBody>
          <a:bodyPr anchor="b"/>
          <a:lstStyle>
            <a:lvl1pPr>
              <a:defRPr sz="29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7890" y="913597"/>
            <a:ext cx="9952673" cy="4509232"/>
          </a:xfrm>
        </p:spPr>
        <p:txBody>
          <a:bodyPr/>
          <a:lstStyle>
            <a:lvl1pPr>
              <a:defRPr sz="2961"/>
            </a:lvl1pPr>
            <a:lvl2pPr>
              <a:defRPr sz="2591"/>
            </a:lvl2pPr>
            <a:lvl3pPr>
              <a:defRPr sz="2220"/>
            </a:lvl3pPr>
            <a:lvl4pPr>
              <a:defRPr sz="1850"/>
            </a:lvl4pPr>
            <a:lvl5pPr>
              <a:defRPr sz="1850"/>
            </a:lvl5pPr>
            <a:lvl6pPr>
              <a:defRPr sz="1850"/>
            </a:lvl6pPr>
            <a:lvl7pPr>
              <a:defRPr sz="1850"/>
            </a:lvl7pPr>
            <a:lvl8pPr>
              <a:defRPr sz="1850"/>
            </a:lvl8pPr>
            <a:lvl9pPr>
              <a:defRPr sz="1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54159" y="1903572"/>
            <a:ext cx="6340732" cy="3526601"/>
          </a:xfrm>
        </p:spPr>
        <p:txBody>
          <a:bodyPr/>
          <a:lstStyle>
            <a:lvl1pPr marL="0" indent="0">
              <a:buNone/>
              <a:defRPr sz="1480"/>
            </a:lvl1pPr>
            <a:lvl2pPr marL="423001" indent="0">
              <a:buNone/>
              <a:defRPr sz="1295"/>
            </a:lvl2pPr>
            <a:lvl3pPr marL="846003" indent="0">
              <a:buNone/>
              <a:defRPr sz="1110"/>
            </a:lvl3pPr>
            <a:lvl4pPr marL="1269004" indent="0">
              <a:buNone/>
              <a:defRPr sz="925"/>
            </a:lvl4pPr>
            <a:lvl5pPr marL="1692006" indent="0">
              <a:buNone/>
              <a:defRPr sz="925"/>
            </a:lvl5pPr>
            <a:lvl6pPr marL="2115007" indent="0">
              <a:buNone/>
              <a:defRPr sz="925"/>
            </a:lvl6pPr>
            <a:lvl7pPr marL="2538009" indent="0">
              <a:buNone/>
              <a:defRPr sz="925"/>
            </a:lvl7pPr>
            <a:lvl8pPr marL="2961010" indent="0">
              <a:buNone/>
              <a:defRPr sz="925"/>
            </a:lvl8pPr>
            <a:lvl9pPr marL="3384012" indent="0">
              <a:buNone/>
              <a:defRPr sz="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46DC-622A-4F9F-AD5E-2DC201E30E0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F957-AC7D-49CF-B83F-F900D8AD2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21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159" y="423016"/>
            <a:ext cx="6340732" cy="1480556"/>
          </a:xfrm>
        </p:spPr>
        <p:txBody>
          <a:bodyPr anchor="b"/>
          <a:lstStyle>
            <a:lvl1pPr>
              <a:defRPr sz="29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57890" y="913597"/>
            <a:ext cx="9952673" cy="4509232"/>
          </a:xfrm>
        </p:spPr>
        <p:txBody>
          <a:bodyPr anchor="t"/>
          <a:lstStyle>
            <a:lvl1pPr marL="0" indent="0">
              <a:buNone/>
              <a:defRPr sz="2961"/>
            </a:lvl1pPr>
            <a:lvl2pPr marL="423001" indent="0">
              <a:buNone/>
              <a:defRPr sz="2591"/>
            </a:lvl2pPr>
            <a:lvl3pPr marL="846003" indent="0">
              <a:buNone/>
              <a:defRPr sz="2220"/>
            </a:lvl3pPr>
            <a:lvl4pPr marL="1269004" indent="0">
              <a:buNone/>
              <a:defRPr sz="1850"/>
            </a:lvl4pPr>
            <a:lvl5pPr marL="1692006" indent="0">
              <a:buNone/>
              <a:defRPr sz="1850"/>
            </a:lvl5pPr>
            <a:lvl6pPr marL="2115007" indent="0">
              <a:buNone/>
              <a:defRPr sz="1850"/>
            </a:lvl6pPr>
            <a:lvl7pPr marL="2538009" indent="0">
              <a:buNone/>
              <a:defRPr sz="1850"/>
            </a:lvl7pPr>
            <a:lvl8pPr marL="2961010" indent="0">
              <a:buNone/>
              <a:defRPr sz="1850"/>
            </a:lvl8pPr>
            <a:lvl9pPr marL="3384012" indent="0">
              <a:buNone/>
              <a:defRPr sz="18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54159" y="1903572"/>
            <a:ext cx="6340732" cy="3526601"/>
          </a:xfrm>
        </p:spPr>
        <p:txBody>
          <a:bodyPr/>
          <a:lstStyle>
            <a:lvl1pPr marL="0" indent="0">
              <a:buNone/>
              <a:defRPr sz="1480"/>
            </a:lvl1pPr>
            <a:lvl2pPr marL="423001" indent="0">
              <a:buNone/>
              <a:defRPr sz="1295"/>
            </a:lvl2pPr>
            <a:lvl3pPr marL="846003" indent="0">
              <a:buNone/>
              <a:defRPr sz="1110"/>
            </a:lvl3pPr>
            <a:lvl4pPr marL="1269004" indent="0">
              <a:buNone/>
              <a:defRPr sz="925"/>
            </a:lvl4pPr>
            <a:lvl5pPr marL="1692006" indent="0">
              <a:buNone/>
              <a:defRPr sz="925"/>
            </a:lvl5pPr>
            <a:lvl6pPr marL="2115007" indent="0">
              <a:buNone/>
              <a:defRPr sz="925"/>
            </a:lvl6pPr>
            <a:lvl7pPr marL="2538009" indent="0">
              <a:buNone/>
              <a:defRPr sz="925"/>
            </a:lvl7pPr>
            <a:lvl8pPr marL="2961010" indent="0">
              <a:buNone/>
              <a:defRPr sz="925"/>
            </a:lvl8pPr>
            <a:lvl9pPr marL="3384012" indent="0">
              <a:buNone/>
              <a:defRPr sz="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46DC-622A-4F9F-AD5E-2DC201E30E0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F957-AC7D-49CF-B83F-F900D8AD2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84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46DC-622A-4F9F-AD5E-2DC201E30E0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F957-AC7D-49CF-B83F-F900D8AD2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4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068901" y="337825"/>
            <a:ext cx="4239101" cy="53772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51597" y="337825"/>
            <a:ext cx="12471559" cy="53772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46DC-622A-4F9F-AD5E-2DC201E30E0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F957-AC7D-49CF-B83F-F900D8AD2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55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51598" y="337825"/>
            <a:ext cx="16956405" cy="1226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1598" y="1689126"/>
            <a:ext cx="16956405" cy="4025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51598" y="5881096"/>
            <a:ext cx="4423410" cy="33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9346DC-622A-4F9F-AD5E-2DC201E30E0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12243" y="5881096"/>
            <a:ext cx="6635115" cy="33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884593" y="5881096"/>
            <a:ext cx="4423410" cy="33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2F957-AC7D-49CF-B83F-F900D8AD2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21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46003" rtl="0" eaLnBrk="1" latinLnBrk="0" hangingPunct="1">
        <a:lnSpc>
          <a:spcPct val="90000"/>
        </a:lnSpc>
        <a:spcBef>
          <a:spcPct val="0"/>
        </a:spcBef>
        <a:buNone/>
        <a:defRPr sz="40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501" indent="-211501" algn="l" defTabSz="846003" rtl="0" eaLnBrk="1" latinLnBrk="0" hangingPunct="1">
        <a:lnSpc>
          <a:spcPct val="90000"/>
        </a:lnSpc>
        <a:spcBef>
          <a:spcPts val="925"/>
        </a:spcBef>
        <a:buFont typeface="Arial" panose="020B0604020202020204" pitchFamily="34" charset="0"/>
        <a:buChar char="•"/>
        <a:defRPr sz="2591" kern="1200">
          <a:solidFill>
            <a:schemeClr val="tx1"/>
          </a:solidFill>
          <a:latin typeface="+mn-lt"/>
          <a:ea typeface="+mn-ea"/>
          <a:cs typeface="+mn-cs"/>
        </a:defRPr>
      </a:lvl1pPr>
      <a:lvl2pPr marL="634502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2pPr>
      <a:lvl3pPr marL="1057504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480505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4pPr>
      <a:lvl5pPr marL="1903506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5pPr>
      <a:lvl6pPr marL="2326508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6pPr>
      <a:lvl7pPr marL="2749509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7pPr>
      <a:lvl8pPr marL="3172511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8pPr>
      <a:lvl9pPr marL="3595512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1pPr>
      <a:lvl2pPr marL="423001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2pPr>
      <a:lvl3pPr marL="846003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3pPr>
      <a:lvl4pPr marL="1269004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4pPr>
      <a:lvl5pPr marL="1692006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5pPr>
      <a:lvl6pPr marL="2115007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6pPr>
      <a:lvl7pPr marL="2538009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7pPr>
      <a:lvl8pPr marL="2961010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8pPr>
      <a:lvl9pPr marL="3384012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9D90DAB4-A476-D9D4-2CEF-788749EA5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11" b="5527"/>
          <a:stretch>
            <a:fillRect/>
          </a:stretch>
        </p:blipFill>
        <p:spPr>
          <a:xfrm>
            <a:off x="9149942" y="426409"/>
            <a:ext cx="4760664" cy="5253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CBF51A-35E7-048A-491E-D5869ACF8FAD}"/>
              </a:ext>
            </a:extLst>
          </p:cNvPr>
          <p:cNvSpPr txBox="1"/>
          <p:nvPr/>
        </p:nvSpPr>
        <p:spPr>
          <a:xfrm>
            <a:off x="12916228" y="3522298"/>
            <a:ext cx="2202462" cy="52322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Follower arm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D3C769-C688-CE17-33A8-252DCFAE6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561876" y="288481"/>
            <a:ext cx="2026867" cy="1167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2EC793-FCA5-48FF-3755-99A6DC3F3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292" y="2379155"/>
            <a:ext cx="4875275" cy="3956398"/>
          </a:xfrm>
          <a:prstGeom prst="rect">
            <a:avLst/>
          </a:prstGeom>
        </p:spPr>
      </p:pic>
      <p:pic>
        <p:nvPicPr>
          <p:cNvPr id="9" name="Picture 8" descr="A black robot with wires&#10;&#10;Description automatically generated">
            <a:extLst>
              <a:ext uri="{FF2B5EF4-FFF2-40B4-BE49-F238E27FC236}">
                <a16:creationId xmlns:a16="http://schemas.microsoft.com/office/drawing/2014/main" id="{BCC10B24-16E8-A701-2214-C2232DBB2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77699" y="1016729"/>
            <a:ext cx="2571964" cy="2218198"/>
          </a:xfrm>
          <a:prstGeom prst="rect">
            <a:avLst/>
          </a:prstGeom>
        </p:spPr>
      </p:pic>
      <p:sp>
        <p:nvSpPr>
          <p:cNvPr id="14" name="Right Arrow 6">
            <a:extLst>
              <a:ext uri="{FF2B5EF4-FFF2-40B4-BE49-F238E27FC236}">
                <a16:creationId xmlns:a16="http://schemas.microsoft.com/office/drawing/2014/main" id="{3040ABF9-234C-811B-DAF1-705D1796AAFF}"/>
              </a:ext>
            </a:extLst>
          </p:cNvPr>
          <p:cNvSpPr/>
          <p:nvPr/>
        </p:nvSpPr>
        <p:spPr>
          <a:xfrm>
            <a:off x="7234220" y="3015548"/>
            <a:ext cx="1292181" cy="366080"/>
          </a:xfrm>
          <a:prstGeom prst="rightArrow">
            <a:avLst>
              <a:gd name="adj1" fmla="val 36261"/>
              <a:gd name="adj2" fmla="val 5521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1B2514-78B7-8273-2313-7B894BCF69C3}"/>
              </a:ext>
            </a:extLst>
          </p:cNvPr>
          <p:cNvCxnSpPr>
            <a:cxnSpLocks/>
            <a:stCxn id="46" idx="1"/>
          </p:cNvCxnSpPr>
          <p:nvPr/>
        </p:nvCxnSpPr>
        <p:spPr>
          <a:xfrm flipH="1" flipV="1">
            <a:off x="13645051" y="799951"/>
            <a:ext cx="634150" cy="376111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1DB8B7F-C409-7ECC-C5CA-D44A15CA85B9}"/>
              </a:ext>
            </a:extLst>
          </p:cNvPr>
          <p:cNvSpPr txBox="1"/>
          <p:nvPr/>
        </p:nvSpPr>
        <p:spPr>
          <a:xfrm>
            <a:off x="8045669" y="5526523"/>
            <a:ext cx="1947264" cy="52322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Leader arm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037B9A-96FA-020A-EE54-4631A15A04B8}"/>
              </a:ext>
            </a:extLst>
          </p:cNvPr>
          <p:cNvCxnSpPr>
            <a:cxnSpLocks/>
          </p:cNvCxnSpPr>
          <p:nvPr/>
        </p:nvCxnSpPr>
        <p:spPr>
          <a:xfrm flipV="1">
            <a:off x="9608326" y="4778041"/>
            <a:ext cx="933538" cy="685216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B65D28E-393A-9F02-047C-6E501E9A38A8}"/>
              </a:ext>
            </a:extLst>
          </p:cNvPr>
          <p:cNvGrpSpPr>
            <a:grpSpLocks noChangeAspect="1"/>
          </p:cNvGrpSpPr>
          <p:nvPr/>
        </p:nvGrpSpPr>
        <p:grpSpPr>
          <a:xfrm>
            <a:off x="15068870" y="1974560"/>
            <a:ext cx="3202485" cy="3817073"/>
            <a:chOff x="26450243" y="13379134"/>
            <a:chExt cx="4326347" cy="5156613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EBE2962-9EDE-F9C9-B209-8D0E3C1E10B6}"/>
                </a:ext>
              </a:extLst>
            </p:cNvPr>
            <p:cNvGrpSpPr/>
            <p:nvPr/>
          </p:nvGrpSpPr>
          <p:grpSpPr>
            <a:xfrm>
              <a:off x="26450243" y="13379134"/>
              <a:ext cx="4326347" cy="5156613"/>
              <a:chOff x="27395617" y="13079503"/>
              <a:chExt cx="4326347" cy="5156613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5D4FFE1F-3C4A-B624-EB48-F1CCAF609BE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7395617" y="13079503"/>
                <a:ext cx="4326347" cy="5156613"/>
                <a:chOff x="28205503" y="11164988"/>
                <a:chExt cx="7772400" cy="9263995"/>
              </a:xfrm>
            </p:grpSpPr>
            <p:pic>
              <p:nvPicPr>
                <p:cNvPr id="32" name="Picture 31">
                  <a:extLst>
                    <a:ext uri="{FF2B5EF4-FFF2-40B4-BE49-F238E27FC236}">
                      <a16:creationId xmlns:a16="http://schemas.microsoft.com/office/drawing/2014/main" id="{09E70794-1A35-2993-5679-D9C75ED82E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rightnessContrast bright="20000" contrast="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205503" y="14605283"/>
                  <a:ext cx="7772400" cy="5823700"/>
                </a:xfrm>
                <a:prstGeom prst="rect">
                  <a:avLst/>
                </a:prstGeom>
                <a:ln>
                  <a:noFill/>
                </a:ln>
              </p:spPr>
            </p:pic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F3CAD33E-5689-CC71-BE68-68D990011D9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1438971">
                  <a:off x="31218618" y="11164988"/>
                  <a:ext cx="3371189" cy="3367980"/>
                </a:xfrm>
                <a:prstGeom prst="ellipse">
                  <a:avLst/>
                </a:prstGeom>
                <a:blipFill>
                  <a:blip r:embed="rId8"/>
                  <a:stretch>
                    <a:fillRect l="-16968" t="-2686" r="-5212" b="-19494"/>
                  </a:stretch>
                </a:blipFill>
                <a:ln w="101600">
                  <a:solidFill>
                    <a:srgbClr val="EB712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488B2C5-7C62-8FCD-867C-0A517A66EA59}"/>
                  </a:ext>
                </a:extLst>
              </p:cNvPr>
              <p:cNvCxnSpPr>
                <a:cxnSpLocks/>
                <a:stCxn id="33" idx="2"/>
                <a:endCxn id="31" idx="1"/>
              </p:cNvCxnSpPr>
              <p:nvPr/>
            </p:nvCxnSpPr>
            <p:spPr>
              <a:xfrm flipH="1">
                <a:off x="29029945" y="14060796"/>
                <a:ext cx="43889" cy="1552340"/>
              </a:xfrm>
              <a:prstGeom prst="line">
                <a:avLst/>
              </a:prstGeom>
              <a:ln w="38100">
                <a:solidFill>
                  <a:srgbClr val="EB712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904F2D75-FBC1-5C50-20B7-6F9F3C554A82}"/>
                  </a:ext>
                </a:extLst>
              </p:cNvPr>
              <p:cNvCxnSpPr>
                <a:cxnSpLocks/>
                <a:stCxn id="33" idx="5"/>
                <a:endCxn id="31" idx="4"/>
              </p:cNvCxnSpPr>
              <p:nvPr/>
            </p:nvCxnSpPr>
            <p:spPr>
              <a:xfrm flipH="1">
                <a:off x="29332522" y="14647884"/>
                <a:ext cx="1372287" cy="1094320"/>
              </a:xfrm>
              <a:prstGeom prst="line">
                <a:avLst/>
              </a:prstGeom>
              <a:ln w="38100">
                <a:solidFill>
                  <a:srgbClr val="EB712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CC61081-5C5B-C91C-C5CD-FC7477002496}"/>
                  </a:ext>
                </a:extLst>
              </p:cNvPr>
              <p:cNvSpPr/>
              <p:nvPr/>
            </p:nvSpPr>
            <p:spPr>
              <a:xfrm rot="19229153">
                <a:off x="29009673" y="15439101"/>
                <a:ext cx="427962" cy="342204"/>
              </a:xfrm>
              <a:prstGeom prst="ellipse">
                <a:avLst/>
              </a:prstGeom>
              <a:noFill/>
              <a:ln w="38100">
                <a:solidFill>
                  <a:srgbClr val="EB71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3F908ED-AF47-E05A-9FA8-8337992F9B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90413" y="13925714"/>
              <a:ext cx="1019705" cy="986914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274D3CB-8286-CB85-8BF2-4FB02E03333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5118693" y="3783908"/>
            <a:ext cx="1234391" cy="560582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B4EE525-5926-0A69-9B32-0B60D5D33A30}"/>
              </a:ext>
            </a:extLst>
          </p:cNvPr>
          <p:cNvSpPr txBox="1"/>
          <p:nvPr/>
        </p:nvSpPr>
        <p:spPr>
          <a:xfrm>
            <a:off x="15126575" y="2025967"/>
            <a:ext cx="1167499" cy="52322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AR tag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7FDCD3-D179-5BE1-E241-47FA79CB9A72}"/>
              </a:ext>
            </a:extLst>
          </p:cNvPr>
          <p:cNvSpPr txBox="1"/>
          <p:nvPr/>
        </p:nvSpPr>
        <p:spPr>
          <a:xfrm>
            <a:off x="8032013" y="402348"/>
            <a:ext cx="1563890" cy="52322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Light box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FAF9C42-67E7-4AE1-C62E-B6A4E1172BE1}"/>
              </a:ext>
            </a:extLst>
          </p:cNvPr>
          <p:cNvCxnSpPr>
            <a:cxnSpLocks/>
          </p:cNvCxnSpPr>
          <p:nvPr/>
        </p:nvCxnSpPr>
        <p:spPr>
          <a:xfrm>
            <a:off x="8925396" y="934185"/>
            <a:ext cx="1041494" cy="521613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7BE0B7B-3913-3CEA-62F1-72598E112274}"/>
              </a:ext>
            </a:extLst>
          </p:cNvPr>
          <p:cNvSpPr txBox="1"/>
          <p:nvPr/>
        </p:nvSpPr>
        <p:spPr>
          <a:xfrm>
            <a:off x="15842227" y="5268413"/>
            <a:ext cx="1888915" cy="52322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Task space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4B4BEE1-B72C-A10C-EC23-1B6C420707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906" y="58017"/>
            <a:ext cx="2452411" cy="18393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FE55568-CB0F-CC57-BAA1-6BB7EE00FB82}"/>
              </a:ext>
            </a:extLst>
          </p:cNvPr>
          <p:cNvSpPr txBox="1"/>
          <p:nvPr/>
        </p:nvSpPr>
        <p:spPr>
          <a:xfrm>
            <a:off x="14279204" y="914449"/>
            <a:ext cx="1419491" cy="52322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Camera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231F588-1147-16D4-9947-578486BA3F76}"/>
              </a:ext>
            </a:extLst>
          </p:cNvPr>
          <p:cNvCxnSpPr>
            <a:cxnSpLocks/>
          </p:cNvCxnSpPr>
          <p:nvPr/>
        </p:nvCxnSpPr>
        <p:spPr>
          <a:xfrm flipV="1">
            <a:off x="15740189" y="988003"/>
            <a:ext cx="612895" cy="165666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E3F50F5-51A8-DFEB-0313-3B5DBF95F805}"/>
              </a:ext>
            </a:extLst>
          </p:cNvPr>
          <p:cNvSpPr txBox="1"/>
          <p:nvPr/>
        </p:nvSpPr>
        <p:spPr>
          <a:xfrm>
            <a:off x="240348" y="3422348"/>
            <a:ext cx="2013949" cy="52322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SO-101 arm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B9FBB6-3205-953B-FF1E-26721B9F778C}"/>
              </a:ext>
            </a:extLst>
          </p:cNvPr>
          <p:cNvSpPr txBox="1"/>
          <p:nvPr/>
        </p:nvSpPr>
        <p:spPr>
          <a:xfrm>
            <a:off x="2670460" y="1602608"/>
            <a:ext cx="2255746" cy="52322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D455 camera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0D0AAF-1D66-002A-9361-7983DCA7EEFF}"/>
              </a:ext>
            </a:extLst>
          </p:cNvPr>
          <p:cNvSpPr txBox="1"/>
          <p:nvPr/>
        </p:nvSpPr>
        <p:spPr>
          <a:xfrm>
            <a:off x="1452152" y="5268413"/>
            <a:ext cx="1563890" cy="52322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Light box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0E2024B-D0D6-AEA2-DDC3-265DB8C2BEF7}"/>
              </a:ext>
            </a:extLst>
          </p:cNvPr>
          <p:cNvCxnSpPr>
            <a:cxnSpLocks/>
          </p:cNvCxnSpPr>
          <p:nvPr/>
        </p:nvCxnSpPr>
        <p:spPr>
          <a:xfrm flipH="1" flipV="1">
            <a:off x="11624463" y="2752852"/>
            <a:ext cx="1455171" cy="713752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C18C605-7E16-32D6-B9FA-5632BD5BA0E6}"/>
              </a:ext>
            </a:extLst>
          </p:cNvPr>
          <p:cNvCxnSpPr>
            <a:cxnSpLocks/>
          </p:cNvCxnSpPr>
          <p:nvPr/>
        </p:nvCxnSpPr>
        <p:spPr>
          <a:xfrm flipV="1">
            <a:off x="13936369" y="84290"/>
            <a:ext cx="1507537" cy="342119"/>
          </a:xfrm>
          <a:prstGeom prst="line">
            <a:avLst/>
          </a:prstGeom>
          <a:ln w="38100">
            <a:solidFill>
              <a:srgbClr val="EB71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83DE452-647D-BFF3-5804-33E82FAD26DD}"/>
              </a:ext>
            </a:extLst>
          </p:cNvPr>
          <p:cNvCxnSpPr>
            <a:cxnSpLocks/>
          </p:cNvCxnSpPr>
          <p:nvPr/>
        </p:nvCxnSpPr>
        <p:spPr>
          <a:xfrm>
            <a:off x="13910609" y="5679841"/>
            <a:ext cx="1152841" cy="111792"/>
          </a:xfrm>
          <a:prstGeom prst="line">
            <a:avLst/>
          </a:prstGeom>
          <a:ln w="38100">
            <a:solidFill>
              <a:srgbClr val="EB71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0C43B554-C8A7-1EC3-148C-2366331F4F13}"/>
              </a:ext>
            </a:extLst>
          </p:cNvPr>
          <p:cNvSpPr txBox="1"/>
          <p:nvPr/>
        </p:nvSpPr>
        <p:spPr>
          <a:xfrm>
            <a:off x="15136356" y="5879445"/>
            <a:ext cx="30675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Inside the light box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44CA55-43DE-A580-714D-7373E4B2A04B}"/>
              </a:ext>
            </a:extLst>
          </p:cNvPr>
          <p:cNvSpPr txBox="1"/>
          <p:nvPr/>
        </p:nvSpPr>
        <p:spPr>
          <a:xfrm>
            <a:off x="17416101" y="3631825"/>
            <a:ext cx="2243499" cy="52322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Wrist camera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64DDE85-99B1-78A6-426F-E7E8151C89AE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16816306" y="3893435"/>
            <a:ext cx="599795" cy="613972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A801390-451A-EA4E-0C0D-8DCFFA3649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163" y="371946"/>
            <a:ext cx="1229943" cy="12321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D1CC42-FB3A-16F9-7666-52BA5FCA2114}"/>
              </a:ext>
            </a:extLst>
          </p:cNvPr>
          <p:cNvSpPr txBox="1"/>
          <p:nvPr/>
        </p:nvSpPr>
        <p:spPr>
          <a:xfrm>
            <a:off x="4990702" y="1608359"/>
            <a:ext cx="2399760" cy="52322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Wrist webcam</a:t>
            </a:r>
          </a:p>
        </p:txBody>
      </p:sp>
    </p:spTree>
    <p:extLst>
      <p:ext uri="{BB962C8B-B14F-4D97-AF65-F5344CB8AC3E}">
        <p14:creationId xmlns:p14="http://schemas.microsoft.com/office/powerpoint/2010/main" val="2520494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281</TotalTime>
  <Words>25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 Xiang</dc:creator>
  <cp:lastModifiedBy>Yu Xiang</cp:lastModifiedBy>
  <cp:revision>22</cp:revision>
  <dcterms:created xsi:type="dcterms:W3CDTF">2026-04-27T21:42:33Z</dcterms:created>
  <dcterms:modified xsi:type="dcterms:W3CDTF">2026-04-28T16:56:28Z</dcterms:modified>
</cp:coreProperties>
</file>